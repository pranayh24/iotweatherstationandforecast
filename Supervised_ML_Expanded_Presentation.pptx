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Supervised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Linear Regression, Classification Models &amp; Case Studies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Regression: Basics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Predicts continuous output using best-fit line (Y = mX + c).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Minimizes cost function: Mean Squared Error (MSE).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Performance Metrics: RMSE, MAE, R² Score.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Assumes linearity, homoscedasticity, and independence.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Applications: House prices, salary prediction, risk analysis.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Simple to interpret but limited for non-linear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K-Nearest Neighbour &amp; 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KNN: Instance-based, distance-based classification.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Decision Tree: Hierarchical structure of decisions (root, nodes, leaves).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Gini Index &amp; Information Gain used for best feature splits.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ID3 Algorithm: Selects attribute with highest information gain.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Classification vs Regression Trees: Discrete vs Continuous output.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Easy to visualize but can overfit on noisy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&amp; Naïve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Random Forest: Ensemble of decision trees using bagging technique.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Improves accuracy and reduces overfitting.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Naïve Bayes: Based on Bayes’ Theorem, assumes feature independence.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Used in spam filters, document classification, sentiment analysis.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Very fast and scalable; works well with text data.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Performance Metrics: Accuracy, Precision, Recall, F1-score.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Vector Machine (SVM)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Classifies data by finding optimal hyperplane with max margin.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Works well for both linear and non-linear data (using kernels).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Common Kernels: Linear, Polynomial, RBF (Gaussian).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Robust to overfitting in high-dimensional space.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Applications: Face recognition, Bioinformatics, Handwriting recognition.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Training time can be high for large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🏠 Regression: House Price Prediction using Linear Regression.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📧 Classification: Spam Detection using Naïve Bayes.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🔢 Digit Recognition: KNN for MNIST handwritten dataset.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📉 Churn Prediction: Random Forest for customer attrition.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🧬 SVM for cancer detection using cell classification features.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Key takeaway: Algorithm choice depends on data type &amp;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Choosing the Right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Linear Regression: Fast, interpretable, but assumes linearity.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KNN: Simple, no training phase, can be slow in prediction.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Decision Tree: Intuitive, prone to overfitting.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Random Forest: Accurate, ensemble-based, reduces overfitting.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Naïve Bayes: Great for text, quick and scalable.</a:t>
            </a:r>
          </a:p>
          <a:p>
            <a:pPr lvl="1">
              <a:defRPr sz="2000" b="0">
                <a:solidFill>
                  <a:srgbClr val="000000"/>
                </a:solidFill>
              </a:defRPr>
            </a:pPr>
            <a:r>
              <a:t>SVM: Powerful with kernels, ideal for complex classification.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